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Presentatie van Mo B, Mo ek en Amir. Mentaal welzijn: stress, humeur, nachtrust. Gezonde voeding: energie, lichaam en concentratie.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1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circle 1"/>
          <p:cNvSpPr/>
          <p:nvPr/>
        </p:nvSpPr>
        <p:spPr>
          <a:xfrm>
            <a:off x="7223760" y="-1280160"/>
            <a:ext cx="3291840" cy="3291840"/>
          </a:xfrm>
          <a:prstGeom prst="ellipse">
            <a:avLst/>
          </a:prstGeom>
          <a:solidFill>
            <a:schemeClr val="accent1">
              <a:alpha val="20000"/>
            </a:schemeClr>
          </a:solidFill>
          <a:ln/>
        </p:spPr>
      </p:sp>
      <p:sp>
        <p:nvSpPr>
          <p:cNvPr id="3" name="Deco circle 2"/>
          <p:cNvSpPr/>
          <p:nvPr/>
        </p:nvSpPr>
        <p:spPr>
          <a:xfrm>
            <a:off x="-914400" y="3749040"/>
            <a:ext cx="2377440" cy="2377440"/>
          </a:xfrm>
          <a:prstGeom prst="ellipse">
            <a:avLst/>
          </a:prstGeom>
          <a:solidFill>
            <a:schemeClr val="accent2">
              <a:alpha val="15000"/>
            </a:schemeClr>
          </a:solidFill>
          <a:ln/>
        </p:spPr>
      </p:sp>
      <p:sp>
        <p:nvSpPr>
          <p:cNvPr id="4" name="Kicker"/>
          <p:cNvSpPr txBox="1"/>
          <p:nvPr/>
        </p:nvSpPr>
        <p:spPr>
          <a:xfrm>
            <a:off x="548640" y="365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chemeClr val="accent3"/>
                </a:solidFill>
              </a:rPr>
              <a:t>WELZIJN</a:t>
            </a:r>
            <a:endParaRPr lang="en-US" sz="1200" dirty="0"/>
          </a:p>
        </p:txBody>
      </p:sp>
      <p:sp>
        <p:nvSpPr>
          <p:cNvPr id="5" name="Title"/>
          <p:cNvSpPr txBox="1"/>
          <p:nvPr/>
        </p:nvSpPr>
        <p:spPr>
          <a:xfrm>
            <a:off x="548640" y="6400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Geest &amp; lichaam in balans</a:t>
            </a:r>
            <a:endParaRPr lang="en-US" sz="3800" dirty="0"/>
          </a:p>
        </p:txBody>
      </p:sp>
      <p:sp>
        <p:nvSpPr>
          <p:cNvPr id="6" name="Mentaal welzijn card"/>
          <p:cNvSpPr/>
          <p:nvPr/>
        </p:nvSpPr>
        <p:spPr>
          <a:xfrm>
            <a:off x="548640" y="1645920"/>
            <a:ext cx="3931920" cy="2514600"/>
          </a:xfrm>
          <a:prstGeom prst="roundRect">
            <a:avLst>
              <a:gd name="adj" fmla="val 7273"/>
            </a:avLst>
          </a:prstGeom>
          <a:solidFill>
            <a:schemeClr val="tx2"/>
          </a:solidFill>
          <a:ln/>
        </p:spPr>
      </p:sp>
      <p:sp>
        <p:nvSpPr>
          <p:cNvPr id="7" name="Mentaal welzijn icon bg"/>
          <p:cNvSpPr/>
          <p:nvPr/>
        </p:nvSpPr>
        <p:spPr>
          <a:xfrm>
            <a:off x="822960" y="1901952"/>
            <a:ext cx="640080" cy="640080"/>
          </a:xfrm>
          <a:prstGeom prst="ellipse">
            <a:avLst/>
          </a:prstGeom>
          <a:solidFill>
            <a:srgbClr val="8B7CF6"/>
          </a:solidFill>
          <a:ln/>
        </p:spPr>
      </p:sp>
      <p:pic>
        <p:nvPicPr>
          <p:cNvPr id="8" name="Mentaal welzijn icon" descr="Mentaal welzij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039112"/>
            <a:ext cx="365760" cy="365760"/>
          </a:xfrm>
          <a:prstGeom prst="rect">
            <a:avLst/>
          </a:prstGeom>
        </p:spPr>
      </p:pic>
      <p:sp>
        <p:nvSpPr>
          <p:cNvPr id="9" name="Mentaal welzijn heading"/>
          <p:cNvSpPr txBox="1"/>
          <p:nvPr/>
        </p:nvSpPr>
        <p:spPr>
          <a:xfrm>
            <a:off x="1645920" y="1901952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Mentaal welzijn</a:t>
            </a:r>
            <a:endParaRPr lang="en-US" sz="2200" dirty="0"/>
          </a:p>
        </p:txBody>
      </p:sp>
      <p:sp>
        <p:nvSpPr>
          <p:cNvPr id="10" name="Stress dot"/>
          <p:cNvSpPr/>
          <p:nvPr/>
        </p:nvSpPr>
        <p:spPr>
          <a:xfrm>
            <a:off x="868680" y="2743200"/>
            <a:ext cx="384048" cy="384048"/>
          </a:xfrm>
          <a:prstGeom prst="ellipse">
            <a:avLst/>
          </a:prstGeom>
          <a:solidFill>
            <a:schemeClr val="accent1">
              <a:alpha val="30000"/>
            </a:schemeClr>
          </a:solidFill>
          <a:ln/>
        </p:spPr>
      </p:sp>
      <p:pic>
        <p:nvPicPr>
          <p:cNvPr id="11" name="Stress icon" descr="Stres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" y="2843784"/>
            <a:ext cx="182880" cy="182880"/>
          </a:xfrm>
          <a:prstGeom prst="rect">
            <a:avLst/>
          </a:prstGeom>
        </p:spPr>
      </p:pic>
      <p:sp>
        <p:nvSpPr>
          <p:cNvPr id="12" name="Stress"/>
          <p:cNvSpPr txBox="1"/>
          <p:nvPr/>
        </p:nvSpPr>
        <p:spPr>
          <a:xfrm>
            <a:off x="1463040" y="274320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Stress</a:t>
            </a:r>
            <a:endParaRPr lang="en-US" sz="1800" dirty="0"/>
          </a:p>
        </p:txBody>
      </p:sp>
      <p:sp>
        <p:nvSpPr>
          <p:cNvPr id="13" name="Humeur dot"/>
          <p:cNvSpPr/>
          <p:nvPr/>
        </p:nvSpPr>
        <p:spPr>
          <a:xfrm>
            <a:off x="868680" y="3218688"/>
            <a:ext cx="384048" cy="384048"/>
          </a:xfrm>
          <a:prstGeom prst="ellipse">
            <a:avLst/>
          </a:prstGeom>
          <a:solidFill>
            <a:schemeClr val="accent1">
              <a:alpha val="30000"/>
            </a:schemeClr>
          </a:solidFill>
          <a:ln/>
        </p:spPr>
      </p:sp>
      <p:pic>
        <p:nvPicPr>
          <p:cNvPr id="14" name="Humeur icon" descr="Humeu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" y="3319272"/>
            <a:ext cx="182880" cy="182880"/>
          </a:xfrm>
          <a:prstGeom prst="rect">
            <a:avLst/>
          </a:prstGeom>
        </p:spPr>
      </p:pic>
      <p:sp>
        <p:nvSpPr>
          <p:cNvPr id="15" name="Humeur"/>
          <p:cNvSpPr txBox="1"/>
          <p:nvPr/>
        </p:nvSpPr>
        <p:spPr>
          <a:xfrm>
            <a:off x="1463040" y="321868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Humeur</a:t>
            </a:r>
            <a:endParaRPr lang="en-US" sz="1800" dirty="0"/>
          </a:p>
        </p:txBody>
      </p:sp>
      <p:sp>
        <p:nvSpPr>
          <p:cNvPr id="16" name="Nachtrust dot"/>
          <p:cNvSpPr/>
          <p:nvPr/>
        </p:nvSpPr>
        <p:spPr>
          <a:xfrm>
            <a:off x="868680" y="3694176"/>
            <a:ext cx="384048" cy="384048"/>
          </a:xfrm>
          <a:prstGeom prst="ellipse">
            <a:avLst/>
          </a:prstGeom>
          <a:solidFill>
            <a:schemeClr val="accent1">
              <a:alpha val="30000"/>
            </a:schemeClr>
          </a:solidFill>
          <a:ln/>
        </p:spPr>
      </p:sp>
      <p:pic>
        <p:nvPicPr>
          <p:cNvPr id="17" name="Nachtrust icon" descr="Nachtrus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264" y="3794760"/>
            <a:ext cx="182880" cy="182880"/>
          </a:xfrm>
          <a:prstGeom prst="rect">
            <a:avLst/>
          </a:prstGeom>
        </p:spPr>
      </p:pic>
      <p:sp>
        <p:nvSpPr>
          <p:cNvPr id="18" name="Nachtrust"/>
          <p:cNvSpPr txBox="1"/>
          <p:nvPr/>
        </p:nvSpPr>
        <p:spPr>
          <a:xfrm>
            <a:off x="1463040" y="3694176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Nachtrust</a:t>
            </a:r>
            <a:endParaRPr lang="en-US" sz="1800" dirty="0"/>
          </a:p>
        </p:txBody>
      </p:sp>
      <p:sp>
        <p:nvSpPr>
          <p:cNvPr id="19" name="Gezonde voeding card"/>
          <p:cNvSpPr/>
          <p:nvPr/>
        </p:nvSpPr>
        <p:spPr>
          <a:xfrm>
            <a:off x="4663440" y="1645920"/>
            <a:ext cx="3931920" cy="2514600"/>
          </a:xfrm>
          <a:prstGeom prst="roundRect">
            <a:avLst>
              <a:gd name="adj" fmla="val 7273"/>
            </a:avLst>
          </a:prstGeom>
          <a:solidFill>
            <a:schemeClr val="tx2"/>
          </a:solidFill>
          <a:ln/>
        </p:spPr>
      </p:sp>
      <p:sp>
        <p:nvSpPr>
          <p:cNvPr id="20" name="Gezonde voeding icon bg"/>
          <p:cNvSpPr/>
          <p:nvPr/>
        </p:nvSpPr>
        <p:spPr>
          <a:xfrm>
            <a:off x="4937760" y="1901952"/>
            <a:ext cx="640080" cy="640080"/>
          </a:xfrm>
          <a:prstGeom prst="ellipse">
            <a:avLst/>
          </a:prstGeom>
          <a:solidFill>
            <a:srgbClr val="FF8A5B"/>
          </a:solidFill>
          <a:ln/>
        </p:spPr>
      </p:sp>
      <p:pic>
        <p:nvPicPr>
          <p:cNvPr id="21" name="Gezonde voeding icon" descr="Gezonde voedi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4920" y="2039112"/>
            <a:ext cx="365760" cy="365760"/>
          </a:xfrm>
          <a:prstGeom prst="rect">
            <a:avLst/>
          </a:prstGeom>
        </p:spPr>
      </p:pic>
      <p:sp>
        <p:nvSpPr>
          <p:cNvPr id="22" name="Gezonde voeding heading"/>
          <p:cNvSpPr txBox="1"/>
          <p:nvPr/>
        </p:nvSpPr>
        <p:spPr>
          <a:xfrm>
            <a:off x="5760720" y="1901952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Gezonde voeding</a:t>
            </a:r>
            <a:endParaRPr lang="en-US" sz="2200" dirty="0"/>
          </a:p>
        </p:txBody>
      </p:sp>
      <p:sp>
        <p:nvSpPr>
          <p:cNvPr id="23" name="Energie dot"/>
          <p:cNvSpPr/>
          <p:nvPr/>
        </p:nvSpPr>
        <p:spPr>
          <a:xfrm>
            <a:off x="4983480" y="2743200"/>
            <a:ext cx="384048" cy="384048"/>
          </a:xfrm>
          <a:prstGeom prst="ellipse">
            <a:avLst/>
          </a:prstGeom>
          <a:solidFill>
            <a:schemeClr val="accent1">
              <a:alpha val="30000"/>
            </a:schemeClr>
          </a:solidFill>
          <a:ln/>
        </p:spPr>
      </p:sp>
      <p:pic>
        <p:nvPicPr>
          <p:cNvPr id="24" name="Energie icon" descr="Energi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84064" y="2843784"/>
            <a:ext cx="182880" cy="182880"/>
          </a:xfrm>
          <a:prstGeom prst="rect">
            <a:avLst/>
          </a:prstGeom>
        </p:spPr>
      </p:pic>
      <p:sp>
        <p:nvSpPr>
          <p:cNvPr id="25" name="Energie"/>
          <p:cNvSpPr txBox="1"/>
          <p:nvPr/>
        </p:nvSpPr>
        <p:spPr>
          <a:xfrm>
            <a:off x="5577840" y="274320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Energie</a:t>
            </a:r>
            <a:endParaRPr lang="en-US" sz="1800" dirty="0"/>
          </a:p>
        </p:txBody>
      </p:sp>
      <p:sp>
        <p:nvSpPr>
          <p:cNvPr id="26" name="Lichaam &amp; concentratie dot"/>
          <p:cNvSpPr/>
          <p:nvPr/>
        </p:nvSpPr>
        <p:spPr>
          <a:xfrm>
            <a:off x="4983480" y="3218688"/>
            <a:ext cx="384048" cy="384048"/>
          </a:xfrm>
          <a:prstGeom prst="ellipse">
            <a:avLst/>
          </a:prstGeom>
          <a:solidFill>
            <a:schemeClr val="accent1">
              <a:alpha val="30000"/>
            </a:schemeClr>
          </a:solidFill>
          <a:ln/>
        </p:spPr>
      </p:sp>
      <p:pic>
        <p:nvPicPr>
          <p:cNvPr id="27" name="Lichaam &amp; concentratie icon" descr="Lichaam &amp; concentratie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84064" y="3319272"/>
            <a:ext cx="182880" cy="182880"/>
          </a:xfrm>
          <a:prstGeom prst="rect">
            <a:avLst/>
          </a:prstGeom>
        </p:spPr>
      </p:pic>
      <p:sp>
        <p:nvSpPr>
          <p:cNvPr id="28" name="Lichaam &amp;amp; concentratie"/>
          <p:cNvSpPr txBox="1"/>
          <p:nvPr/>
        </p:nvSpPr>
        <p:spPr>
          <a:xfrm>
            <a:off x="5577840" y="321868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Lichaam &amp; concentratie</a:t>
            </a:r>
            <a:endParaRPr lang="en-US" sz="1800" dirty="0"/>
          </a:p>
        </p:txBody>
      </p:sp>
      <p:sp>
        <p:nvSpPr>
          <p:cNvPr id="29" name="Link circle"/>
          <p:cNvSpPr/>
          <p:nvPr/>
        </p:nvSpPr>
        <p:spPr>
          <a:xfrm>
            <a:off x="4297680" y="2720340"/>
            <a:ext cx="365760" cy="36576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30" name="Link icon" descr="Welzijn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89120" y="2811780"/>
            <a:ext cx="182880" cy="182880"/>
          </a:xfrm>
          <a:prstGeom prst="rect">
            <a:avLst/>
          </a:prstGeom>
        </p:spPr>
      </p:pic>
      <p:sp>
        <p:nvSpPr>
          <p:cNvPr id="31" name="Names"/>
          <p:cNvSpPr txBox="1"/>
          <p:nvPr/>
        </p:nvSpPr>
        <p:spPr>
          <a:xfrm>
            <a:off x="548640" y="44348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A5E0"/>
                </a:solidFill>
              </a:rPr>
              <a:t>Gepresenteerd door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Mo B  ·  Mo ek  ·  Amir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elzijn">
  <a:themeElements>
    <a:clrScheme name="Welzijn">
      <a:dk1>
        <a:srgbClr val="15143A"/>
      </a:dk1>
      <a:lt1>
        <a:srgbClr val="FFFFFF"/>
      </a:lt1>
      <a:dk2>
        <a:srgbClr val="2A2866"/>
      </a:dk2>
      <a:lt2>
        <a:srgbClr val="EEEBFF"/>
      </a:lt2>
      <a:accent1>
        <a:srgbClr val="8B7CF6"/>
      </a:accent1>
      <a:accent2>
        <a:srgbClr val="FF8A5B"/>
      </a:accent2>
      <a:accent3>
        <a:srgbClr val="5EEAD4"/>
      </a:accent3>
      <a:accent4>
        <a:srgbClr val="FFD166"/>
      </a:accent4>
      <a:accent5>
        <a:srgbClr val="F472B6"/>
      </a:accent5>
      <a:accent6>
        <a:srgbClr val="60A5FA"/>
      </a:accent6>
      <a:hlink>
        <a:srgbClr val="8B7CF6"/>
      </a:hlink>
      <a:folHlink>
        <a:srgbClr val="FF8A5B"/>
      </a:folHlink>
    </a:clrScheme>
    <a:fontScheme name="Welzijn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Welzijn: geest en lichaam</dc:title>
  <dc:subject>PptxGenJS Presentation</dc:subject>
  <dc:creator>PptxGenJS</dc:creator>
  <cp:lastModifiedBy>PptxGenJS</cp:lastModifiedBy>
  <cp:revision>1</cp:revision>
  <dcterms:created xsi:type="dcterms:W3CDTF">2026-10-07T10:39:22Z</dcterms:created>
  <dcterms:modified xsi:type="dcterms:W3CDTF">2026-10-07T10:39:22Z</dcterms:modified>
</cp:coreProperties>
</file>