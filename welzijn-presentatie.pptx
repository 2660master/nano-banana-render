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Presentatie van Mo B, Mo ek en Amir. Mentaal welzijn: stress, humeur, nachtrust. Gezonde voeding: energie, lichaam en concentratie, vitaminen. Conclusie: gezonde voeding en beweging beinvloeden je mentaal welzijn positief.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circle 1"/>
          <p:cNvSpPr/>
          <p:nvPr/>
        </p:nvSpPr>
        <p:spPr>
          <a:xfrm>
            <a:off x="7223760" y="-1280160"/>
            <a:ext cx="3291840" cy="329184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3" name="Deco circle 2"/>
          <p:cNvSpPr/>
          <p:nvPr/>
        </p:nvSpPr>
        <p:spPr>
          <a:xfrm>
            <a:off x="-914400" y="3749040"/>
            <a:ext cx="2377440" cy="2377440"/>
          </a:xfrm>
          <a:prstGeom prst="ellipse">
            <a:avLst/>
          </a:prstGeom>
          <a:solidFill>
            <a:srgbClr val="4ADE80">
              <a:alpha val="15000"/>
            </a:srgbClr>
          </a:solidFill>
          <a:ln/>
        </p:spPr>
      </p:sp>
      <p:sp>
        <p:nvSpPr>
          <p:cNvPr id="4" name="Kicker"/>
          <p:cNvSpPr txBox="1"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chemeClr val="accent3"/>
                </a:solidFill>
              </a:rPr>
              <a:t>WELZIJN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5943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Geest &amp; lichaam in balans</a:t>
            </a:r>
            <a:endParaRPr lang="en-US" sz="3800" dirty="0"/>
          </a:p>
        </p:txBody>
      </p:sp>
      <p:sp>
        <p:nvSpPr>
          <p:cNvPr id="6" name="Mentaal welzijn card"/>
          <p:cNvSpPr/>
          <p:nvPr/>
        </p:nvSpPr>
        <p:spPr>
          <a:xfrm>
            <a:off x="548640" y="1463040"/>
            <a:ext cx="3931920" cy="2514600"/>
          </a:xfrm>
          <a:prstGeom prst="roundRect">
            <a:avLst>
              <a:gd name="adj" fmla="val 7273"/>
            </a:avLst>
          </a:prstGeom>
          <a:solidFill>
            <a:srgbClr val="2A2866"/>
          </a:solidFill>
          <a:ln/>
        </p:spPr>
      </p:sp>
      <p:sp>
        <p:nvSpPr>
          <p:cNvPr id="7" name="Mentaal welzijn icon bg"/>
          <p:cNvSpPr/>
          <p:nvPr/>
        </p:nvSpPr>
        <p:spPr>
          <a:xfrm>
            <a:off x="822960" y="1719072"/>
            <a:ext cx="640080" cy="640080"/>
          </a:xfrm>
          <a:prstGeom prst="ellipse">
            <a:avLst/>
          </a:prstGeom>
          <a:solidFill>
            <a:srgbClr val="8B7CF6"/>
          </a:solidFill>
          <a:ln/>
        </p:spPr>
      </p:sp>
      <p:pic>
        <p:nvPicPr>
          <p:cNvPr id="8" name="Mentaal welzijn icon" descr="Mentaal welzij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56232"/>
            <a:ext cx="365760" cy="365760"/>
          </a:xfrm>
          <a:prstGeom prst="rect">
            <a:avLst/>
          </a:prstGeom>
        </p:spPr>
      </p:pic>
      <p:sp>
        <p:nvSpPr>
          <p:cNvPr id="9" name="Mentaal welzijn heading"/>
          <p:cNvSpPr txBox="1"/>
          <p:nvPr/>
        </p:nvSpPr>
        <p:spPr>
          <a:xfrm>
            <a:off x="1645920" y="171907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Mentaal welzijn</a:t>
            </a:r>
            <a:endParaRPr lang="en-US" sz="2200" dirty="0"/>
          </a:p>
        </p:txBody>
      </p:sp>
      <p:sp>
        <p:nvSpPr>
          <p:cNvPr id="10" name="Stress dot"/>
          <p:cNvSpPr/>
          <p:nvPr/>
        </p:nvSpPr>
        <p:spPr>
          <a:xfrm>
            <a:off x="868680" y="2560320"/>
            <a:ext cx="384048" cy="384048"/>
          </a:xfrm>
          <a:prstGeom prst="ellipse">
            <a:avLst/>
          </a:prstGeom>
          <a:solidFill>
            <a:srgbClr val="8B7CF6">
              <a:alpha val="35000"/>
            </a:srgbClr>
          </a:solidFill>
          <a:ln/>
        </p:spPr>
      </p:sp>
      <p:pic>
        <p:nvPicPr>
          <p:cNvPr id="11" name="Stress icon" descr="Str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2660904"/>
            <a:ext cx="182880" cy="182880"/>
          </a:xfrm>
          <a:prstGeom prst="rect">
            <a:avLst/>
          </a:prstGeom>
        </p:spPr>
      </p:pic>
      <p:sp>
        <p:nvSpPr>
          <p:cNvPr id="12" name="Stress"/>
          <p:cNvSpPr txBox="1"/>
          <p:nvPr/>
        </p:nvSpPr>
        <p:spPr>
          <a:xfrm>
            <a:off x="1463040" y="2560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Stress</a:t>
            </a:r>
            <a:endParaRPr lang="en-US" sz="1800" dirty="0"/>
          </a:p>
        </p:txBody>
      </p:sp>
      <p:sp>
        <p:nvSpPr>
          <p:cNvPr id="13" name="Humeur dot"/>
          <p:cNvSpPr/>
          <p:nvPr/>
        </p:nvSpPr>
        <p:spPr>
          <a:xfrm>
            <a:off x="868680" y="3035808"/>
            <a:ext cx="384048" cy="384048"/>
          </a:xfrm>
          <a:prstGeom prst="ellipse">
            <a:avLst/>
          </a:prstGeom>
          <a:solidFill>
            <a:srgbClr val="8B7CF6">
              <a:alpha val="35000"/>
            </a:srgbClr>
          </a:solidFill>
          <a:ln/>
        </p:spPr>
      </p:sp>
      <p:pic>
        <p:nvPicPr>
          <p:cNvPr id="14" name="Humeur icon" descr="Humeu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136392"/>
            <a:ext cx="182880" cy="182880"/>
          </a:xfrm>
          <a:prstGeom prst="rect">
            <a:avLst/>
          </a:prstGeom>
        </p:spPr>
      </p:pic>
      <p:sp>
        <p:nvSpPr>
          <p:cNvPr id="15" name="Humeur"/>
          <p:cNvSpPr txBox="1"/>
          <p:nvPr/>
        </p:nvSpPr>
        <p:spPr>
          <a:xfrm>
            <a:off x="1463040" y="30358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Humeur</a:t>
            </a:r>
            <a:endParaRPr lang="en-US" sz="1800" dirty="0"/>
          </a:p>
        </p:txBody>
      </p:sp>
      <p:sp>
        <p:nvSpPr>
          <p:cNvPr id="16" name="Nachtrust dot"/>
          <p:cNvSpPr/>
          <p:nvPr/>
        </p:nvSpPr>
        <p:spPr>
          <a:xfrm>
            <a:off x="868680" y="3511296"/>
            <a:ext cx="384048" cy="384048"/>
          </a:xfrm>
          <a:prstGeom prst="ellipse">
            <a:avLst/>
          </a:prstGeom>
          <a:solidFill>
            <a:srgbClr val="8B7CF6">
              <a:alpha val="35000"/>
            </a:srgbClr>
          </a:solidFill>
          <a:ln/>
        </p:spPr>
      </p:sp>
      <p:pic>
        <p:nvPicPr>
          <p:cNvPr id="17" name="Nachtrust icon" descr="Nachtru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3611880"/>
            <a:ext cx="182880" cy="182880"/>
          </a:xfrm>
          <a:prstGeom prst="rect">
            <a:avLst/>
          </a:prstGeom>
        </p:spPr>
      </p:pic>
      <p:sp>
        <p:nvSpPr>
          <p:cNvPr id="18" name="Nachtrust"/>
          <p:cNvSpPr txBox="1"/>
          <p:nvPr/>
        </p:nvSpPr>
        <p:spPr>
          <a:xfrm>
            <a:off x="1463040" y="35112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Nachtrust</a:t>
            </a:r>
            <a:endParaRPr lang="en-US" sz="1800" dirty="0"/>
          </a:p>
        </p:txBody>
      </p:sp>
      <p:sp>
        <p:nvSpPr>
          <p:cNvPr id="19" name="Gezonde voeding card"/>
          <p:cNvSpPr/>
          <p:nvPr/>
        </p:nvSpPr>
        <p:spPr>
          <a:xfrm>
            <a:off x="4663440" y="1463040"/>
            <a:ext cx="3931920" cy="2514600"/>
          </a:xfrm>
          <a:prstGeom prst="roundRect">
            <a:avLst>
              <a:gd name="adj" fmla="val 7273"/>
            </a:avLst>
          </a:prstGeom>
          <a:solidFill>
            <a:srgbClr val="14532D"/>
          </a:solidFill>
          <a:ln/>
        </p:spPr>
      </p:sp>
      <p:sp>
        <p:nvSpPr>
          <p:cNvPr id="20" name="Gezonde voeding icon bg"/>
          <p:cNvSpPr/>
          <p:nvPr/>
        </p:nvSpPr>
        <p:spPr>
          <a:xfrm>
            <a:off x="4937760" y="1719072"/>
            <a:ext cx="640080" cy="64008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Gezonde voeding icon" descr="Gezonde voe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856232"/>
            <a:ext cx="365760" cy="365760"/>
          </a:xfrm>
          <a:prstGeom prst="rect">
            <a:avLst/>
          </a:prstGeom>
        </p:spPr>
      </p:pic>
      <p:sp>
        <p:nvSpPr>
          <p:cNvPr id="22" name="Gezonde voeding heading"/>
          <p:cNvSpPr txBox="1"/>
          <p:nvPr/>
        </p:nvSpPr>
        <p:spPr>
          <a:xfrm>
            <a:off x="5760720" y="171907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Gezonde voeding</a:t>
            </a:r>
            <a:endParaRPr lang="en-US" sz="2200" dirty="0"/>
          </a:p>
        </p:txBody>
      </p:sp>
      <p:sp>
        <p:nvSpPr>
          <p:cNvPr id="23" name="Energie dot"/>
          <p:cNvSpPr/>
          <p:nvPr/>
        </p:nvSpPr>
        <p:spPr>
          <a:xfrm>
            <a:off x="4983480" y="2560320"/>
            <a:ext cx="384048" cy="384048"/>
          </a:xfrm>
          <a:prstGeom prst="ellipse">
            <a:avLst/>
          </a:prstGeom>
          <a:solidFill>
            <a:srgbClr val="4ADE80">
              <a:alpha val="35000"/>
            </a:srgbClr>
          </a:solidFill>
          <a:ln/>
        </p:spPr>
      </p:sp>
      <p:pic>
        <p:nvPicPr>
          <p:cNvPr id="24" name="Energie icon" descr="Energi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4064" y="2660904"/>
            <a:ext cx="182880" cy="182880"/>
          </a:xfrm>
          <a:prstGeom prst="rect">
            <a:avLst/>
          </a:prstGeom>
        </p:spPr>
      </p:pic>
      <p:sp>
        <p:nvSpPr>
          <p:cNvPr id="25" name="Energie"/>
          <p:cNvSpPr txBox="1"/>
          <p:nvPr/>
        </p:nvSpPr>
        <p:spPr>
          <a:xfrm>
            <a:off x="5577840" y="2560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FF0"/>
                </a:solidFill>
              </a:rPr>
              <a:t>Energie</a:t>
            </a:r>
            <a:endParaRPr lang="en-US" sz="1800" dirty="0"/>
          </a:p>
        </p:txBody>
      </p:sp>
      <p:sp>
        <p:nvSpPr>
          <p:cNvPr id="26" name="Lichaam &amp; concentratie dot"/>
          <p:cNvSpPr/>
          <p:nvPr/>
        </p:nvSpPr>
        <p:spPr>
          <a:xfrm>
            <a:off x="4983480" y="3035808"/>
            <a:ext cx="384048" cy="384048"/>
          </a:xfrm>
          <a:prstGeom prst="ellipse">
            <a:avLst/>
          </a:prstGeom>
          <a:solidFill>
            <a:srgbClr val="4ADE80">
              <a:alpha val="35000"/>
            </a:srgbClr>
          </a:solidFill>
          <a:ln/>
        </p:spPr>
      </p:sp>
      <p:pic>
        <p:nvPicPr>
          <p:cNvPr id="27" name="Lichaam &amp; concentratie icon" descr="Lichaam &amp; concentra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4064" y="3136392"/>
            <a:ext cx="182880" cy="182880"/>
          </a:xfrm>
          <a:prstGeom prst="rect">
            <a:avLst/>
          </a:prstGeom>
        </p:spPr>
      </p:pic>
      <p:sp>
        <p:nvSpPr>
          <p:cNvPr id="28" name="Lichaam &amp;amp; concentratie"/>
          <p:cNvSpPr txBox="1"/>
          <p:nvPr/>
        </p:nvSpPr>
        <p:spPr>
          <a:xfrm>
            <a:off x="5577840" y="30358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FF0"/>
                </a:solidFill>
              </a:rPr>
              <a:t>Lichaam &amp; concentratie</a:t>
            </a:r>
            <a:endParaRPr lang="en-US" sz="1800" dirty="0"/>
          </a:p>
        </p:txBody>
      </p:sp>
      <p:sp>
        <p:nvSpPr>
          <p:cNvPr id="29" name="Vitaminen dot"/>
          <p:cNvSpPr/>
          <p:nvPr/>
        </p:nvSpPr>
        <p:spPr>
          <a:xfrm>
            <a:off x="4983480" y="3511296"/>
            <a:ext cx="384048" cy="384048"/>
          </a:xfrm>
          <a:prstGeom prst="ellipse">
            <a:avLst/>
          </a:prstGeom>
          <a:solidFill>
            <a:srgbClr val="4ADE80">
              <a:alpha val="35000"/>
            </a:srgbClr>
          </a:solidFill>
          <a:ln/>
        </p:spPr>
      </p:sp>
      <p:pic>
        <p:nvPicPr>
          <p:cNvPr id="30" name="Vitaminen icon" descr="Vitamine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4064" y="3611880"/>
            <a:ext cx="182880" cy="182880"/>
          </a:xfrm>
          <a:prstGeom prst="rect">
            <a:avLst/>
          </a:prstGeom>
        </p:spPr>
      </p:pic>
      <p:sp>
        <p:nvSpPr>
          <p:cNvPr id="31" name="Vitaminen"/>
          <p:cNvSpPr txBox="1"/>
          <p:nvPr/>
        </p:nvSpPr>
        <p:spPr>
          <a:xfrm>
            <a:off x="5577840" y="35112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FF0"/>
                </a:solidFill>
              </a:rPr>
              <a:t>Vitaminen</a:t>
            </a:r>
            <a:endParaRPr lang="en-US" sz="1800" dirty="0"/>
          </a:p>
        </p:txBody>
      </p:sp>
      <p:sp>
        <p:nvSpPr>
          <p:cNvPr id="32" name="Link circle"/>
          <p:cNvSpPr/>
          <p:nvPr/>
        </p:nvSpPr>
        <p:spPr>
          <a:xfrm>
            <a:off x="4297680" y="2537460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Link icon" descr="Welzij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9120" y="2628900"/>
            <a:ext cx="182880" cy="182880"/>
          </a:xfrm>
          <a:prstGeom prst="rect">
            <a:avLst/>
          </a:prstGeom>
        </p:spPr>
      </p:pic>
      <p:sp>
        <p:nvSpPr>
          <p:cNvPr id="34" name="Names"/>
          <p:cNvSpPr txBox="1"/>
          <p:nvPr/>
        </p:nvSpPr>
        <p:spPr>
          <a:xfrm>
            <a:off x="402336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9A5E0"/>
                </a:solidFill>
              </a:rPr>
              <a:t>Door 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 B  ·  Mo ek  ·  Amir</a:t>
            </a:r>
            <a:endParaRPr lang="en-US" sz="1200" dirty="0"/>
          </a:p>
        </p:txBody>
      </p:sp>
      <p:sp>
        <p:nvSpPr>
          <p:cNvPr id="35" name="Takeaway pill"/>
          <p:cNvSpPr/>
          <p:nvPr/>
        </p:nvSpPr>
        <p:spPr>
          <a:xfrm>
            <a:off x="548640" y="4206240"/>
            <a:ext cx="8046720" cy="56692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pic>
        <p:nvPicPr>
          <p:cNvPr id="36" name="Takeaway icon" descr="Welzij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4352544"/>
            <a:ext cx="274320" cy="274320"/>
          </a:xfrm>
          <a:prstGeom prst="rect">
            <a:avLst/>
          </a:prstGeom>
        </p:spPr>
      </p:pic>
      <p:sp>
        <p:nvSpPr>
          <p:cNvPr id="37" name="Takeaway"/>
          <p:cNvSpPr txBox="1"/>
          <p:nvPr/>
        </p:nvSpPr>
        <p:spPr>
          <a:xfrm>
            <a:off x="1325880" y="420624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43A"/>
                </a:solidFill>
              </a:rPr>
              <a:t>Gezonde voeding en beweging beïnvloeden je mentaal welzijn positief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zijn">
  <a:themeElements>
    <a:clrScheme name="Welzijn">
      <a:dk1>
        <a:srgbClr val="15143A"/>
      </a:dk1>
      <a:lt1>
        <a:srgbClr val="FFFFFF"/>
      </a:lt1>
      <a:dk2>
        <a:srgbClr val="2A2866"/>
      </a:dk2>
      <a:lt2>
        <a:srgbClr val="EEEBFF"/>
      </a:lt2>
      <a:accent1>
        <a:srgbClr val="8B7CF6"/>
      </a:accent1>
      <a:accent2>
        <a:srgbClr val="FF8A5B"/>
      </a:accent2>
      <a:accent3>
        <a:srgbClr val="5EEAD4"/>
      </a:accent3>
      <a:accent4>
        <a:srgbClr val="FFD166"/>
      </a:accent4>
      <a:accent5>
        <a:srgbClr val="F472B6"/>
      </a:accent5>
      <a:accent6>
        <a:srgbClr val="60A5FA"/>
      </a:accent6>
      <a:hlink>
        <a:srgbClr val="8B7CF6"/>
      </a:hlink>
      <a:folHlink>
        <a:srgbClr val="FF8A5B"/>
      </a:folHlink>
    </a:clrScheme>
    <a:fontScheme name="Welzij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Welzijn: geest en lichaam</dc:title>
  <dc:subject>PptxGenJS Presentation</dc:subject>
  <dc:creator>PptxGenJS</dc:creator>
  <cp:lastModifiedBy>PptxGenJS</cp:lastModifiedBy>
  <cp:revision>1</cp:revision>
  <dcterms:created xsi:type="dcterms:W3CDTF">2026-10-07T10:46:19Z</dcterms:created>
  <dcterms:modified xsi:type="dcterms:W3CDTF">2026-10-07T10:46:19Z</dcterms:modified>
</cp:coreProperties>
</file>